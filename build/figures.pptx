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_archite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3798983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1. Three partitions of the same schematic semantic feature space across divine agents.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vort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4875707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2. The Vortex of One and Many (path-dependent, non-closed).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1017894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3. Representational inversion and temporal authority extension.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9203839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4. Historical novelty: Path A (authority-scope release) vs Path B (authority extension).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state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4570198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 5. Divine representation as a multidimensional state vector.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